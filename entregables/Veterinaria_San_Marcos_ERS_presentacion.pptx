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a608338d84f1e" /><Relationship Type="http://schemas.openxmlformats.org/officeDocument/2006/relationships/extended-properties" Target="/docProps/app.xml" Id="Rda6357b600d0455a" /><Relationship Type="http://schemas.openxmlformats.org/officeDocument/2006/relationships/officeDocument" Target="/ppt/presentation.xml" Id="R0024ac5a6857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68b5073cdf494f"/>
  </p:sldMasterIdLst>
  <p:notesMasterIdLst>
    <p:notesMasterId xmlns:r="http://schemas.openxmlformats.org/officeDocument/2006/relationships" r:id="R047f5c25a72443f9"/>
  </p:notesMasterIdLst>
  <p:sldIdLst>
    <p:sldId xmlns:r="http://schemas.openxmlformats.org/officeDocument/2006/relationships" id="256" r:id="Rfc1268763ddd4130"/>
    <p:sldId xmlns:r="http://schemas.openxmlformats.org/officeDocument/2006/relationships" id="257" r:id="R7f9bbdede08f4f8e"/>
    <p:sldId xmlns:r="http://schemas.openxmlformats.org/officeDocument/2006/relationships" id="258" r:id="R238567c56a9e4a49"/>
    <p:sldId xmlns:r="http://schemas.openxmlformats.org/officeDocument/2006/relationships" id="259" r:id="R5e3654540a024bc1"/>
    <p:sldId xmlns:r="http://schemas.openxmlformats.org/officeDocument/2006/relationships" id="260" r:id="Raa25a76e01384e79"/>
    <p:sldId xmlns:r="http://schemas.openxmlformats.org/officeDocument/2006/relationships" id="261" r:id="R8ccd933220334173"/>
    <p:sldId xmlns:r="http://schemas.openxmlformats.org/officeDocument/2006/relationships" id="262" r:id="Re1b9a8427ff349c6"/>
    <p:sldId xmlns:r="http://schemas.openxmlformats.org/officeDocument/2006/relationships" id="263" r:id="R6a4ac5c3f0e044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b153fa0384ebb" /><Relationship Type="http://schemas.openxmlformats.org/officeDocument/2006/relationships/slideMaster" Target="/ppt/slideMasters/slideMaster1.xml" Id="R9368b5073cdf494f" /><Relationship Type="http://schemas.openxmlformats.org/officeDocument/2006/relationships/notesMaster" Target="/ppt/notesMasters/notesMaster1.xml" Id="R047f5c25a72443f9" /><Relationship Type="http://schemas.openxmlformats.org/officeDocument/2006/relationships/presProps" Target="/ppt/presProps.xml" Id="Rb08469a7147d44d0" /><Relationship Type="http://schemas.openxmlformats.org/officeDocument/2006/relationships/tableStyles" Target="/ppt/tableStyles.xml" Id="R65ab69d4f20f4f9d" /><Relationship Type="http://schemas.openxmlformats.org/officeDocument/2006/relationships/slide" Target="/ppt/slides/slide1.xml" Id="Rfc1268763ddd4130" /><Relationship Type="http://schemas.openxmlformats.org/officeDocument/2006/relationships/slide" Target="/ppt/slides/slide2.xml" Id="R7f9bbdede08f4f8e" /><Relationship Type="http://schemas.openxmlformats.org/officeDocument/2006/relationships/slide" Target="/ppt/slides/slide3.xml" Id="R238567c56a9e4a49" /><Relationship Type="http://schemas.openxmlformats.org/officeDocument/2006/relationships/slide" Target="/ppt/slides/slide4.xml" Id="R5e3654540a024bc1" /><Relationship Type="http://schemas.openxmlformats.org/officeDocument/2006/relationships/slide" Target="/ppt/slides/slide5.xml" Id="Raa25a76e01384e79" /><Relationship Type="http://schemas.openxmlformats.org/officeDocument/2006/relationships/slide" Target="/ppt/slides/slide6.xml" Id="R8ccd933220334173" /><Relationship Type="http://schemas.openxmlformats.org/officeDocument/2006/relationships/slide" Target="/ppt/slides/slide7.xml" Id="Re1b9a8427ff349c6" /><Relationship Type="http://schemas.openxmlformats.org/officeDocument/2006/relationships/slide" Target="/ppt/slides/slide8.xml" Id="R6a4ac5c3f0e0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2430978b8443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b7b86450c14b64" /><Relationship Type="http://schemas.openxmlformats.org/officeDocument/2006/relationships/notesMaster" Target="/ppt/notesMasters/notesMaster1.xml" Id="Rf296b4e065f84c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d089d984e4619" /><Relationship Type="http://schemas.openxmlformats.org/officeDocument/2006/relationships/notesMaster" Target="/ppt/notesMasters/notesMaster1.xml" Id="R9260beb31e2d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28c1c96de74152" /><Relationship Type="http://schemas.openxmlformats.org/officeDocument/2006/relationships/notesMaster" Target="/ppt/notesMasters/notesMaster1.xml" Id="R7d251729ac9444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169c1a65043bc" /><Relationship Type="http://schemas.openxmlformats.org/officeDocument/2006/relationships/notesMaster" Target="/ppt/notesMasters/notesMaster1.xml" Id="R2d42f071635541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5e7a137ea74791" /><Relationship Type="http://schemas.openxmlformats.org/officeDocument/2006/relationships/notesMaster" Target="/ppt/notesMasters/notesMaster1.xml" Id="R05f7f6e22090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d3a12e57ff48a9" /><Relationship Type="http://schemas.openxmlformats.org/officeDocument/2006/relationships/notesMaster" Target="/ppt/notesMasters/notesMaster1.xml" Id="R1dd3f11e8d12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eee77ffd64a74" /><Relationship Type="http://schemas.openxmlformats.org/officeDocument/2006/relationships/notesMaster" Target="/ppt/notesMasters/notesMaster1.xml" Id="R42a544befb274c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6e5eb3ac4b4d8e" /><Relationship Type="http://schemas.openxmlformats.org/officeDocument/2006/relationships/notesMaster" Target="/ppt/notesMasters/notesMaster1.xml" Id="R64ddd34560824d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a5308460747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a0089f0c542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3510dc90b4f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07b4149c147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86dfed2fd48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8de7d511947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BF985D-6AE7-4237-A903-2563AFBCE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ACB900-23D8-49A1-A40D-509F49EFEB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B83DC2-5F03-448A-9D6C-0426050A1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1D547C-A38F-4922-86D7-F49C4C073F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89B35B-04A7-4051-8113-74406AD669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4094CD-4AC0-4604-9DC3-8118DDA32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004586-A3A0-4B9E-A570-5D7AC4A73E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BC6DAE-2199-4077-9485-711423473C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A385CA-FEE5-4488-8A9D-C116BDC0E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3AFE19-AC26-465D-B5A3-730114B50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5396d7a1e84740" /><Relationship Type="http://schemas.openxmlformats.org/officeDocument/2006/relationships/slideLayout" Target="/ppt/slideLayouts/slideLayout1.xml" Id="Rbeb7a776e0b748f3" /><Relationship Type="http://schemas.openxmlformats.org/officeDocument/2006/relationships/slideLayout" Target="/ppt/slideLayouts/slideLayout2.xml" Id="R2336e9bba801464b" /><Relationship Type="http://schemas.openxmlformats.org/officeDocument/2006/relationships/slideLayout" Target="/ppt/slideLayouts/slideLayout3.xml" Id="Rf380c2b2676c4a62" /><Relationship Type="http://schemas.openxmlformats.org/officeDocument/2006/relationships/slideLayout" Target="/ppt/slideLayouts/slideLayout4.xml" Id="R89691170ce3f4ff6" /><Relationship Type="http://schemas.openxmlformats.org/officeDocument/2006/relationships/slideLayout" Target="/ppt/slideLayouts/slideLayout5.xml" Id="R897c887ce80c481a" /><Relationship Type="http://schemas.openxmlformats.org/officeDocument/2006/relationships/slideLayout" Target="/ppt/slideLayouts/slideLayout6.xml" Id="Rf052311e51b1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b7a776e0b748f3"/>
    <p:sldLayoutId xmlns:r="http://schemas.openxmlformats.org/officeDocument/2006/relationships" id="2147483650" r:id="R2336e9bba801464b"/>
    <p:sldLayoutId xmlns:r="http://schemas.openxmlformats.org/officeDocument/2006/relationships" id="2147483651" r:id="Rf380c2b2676c4a62"/>
    <p:sldLayoutId xmlns:r="http://schemas.openxmlformats.org/officeDocument/2006/relationships" id="2147483652" r:id="R89691170ce3f4ff6"/>
    <p:sldLayoutId xmlns:r="http://schemas.openxmlformats.org/officeDocument/2006/relationships" id="2147483653" r:id="R897c887ce80c481a"/>
    <p:sldLayoutId xmlns:r="http://schemas.openxmlformats.org/officeDocument/2006/relationships" id="2147483654" r:id="Rf052311e51b1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92b929abc4c9e" /><Relationship Type="http://schemas.openxmlformats.org/officeDocument/2006/relationships/image" Target="/ppt/media/image.jpeg" Id="R59d4ead6460148b4" /><Relationship Type="http://schemas.openxmlformats.org/officeDocument/2006/relationships/notesSlide" Target="/ppt/notesSlides/notesSlide1.xml" Id="R93cce65f654c4f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d5db8e85a482d" /><Relationship Type="http://schemas.openxmlformats.org/officeDocument/2006/relationships/image" Target="/ppt/media/image.bin" Id="R615dd50a1351402d" /><Relationship Type="http://schemas.openxmlformats.org/officeDocument/2006/relationships/notesSlide" Target="/ppt/notesSlides/notesSlide2.xml" Id="R808d137d34b3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0d755b51c4eab" /><Relationship Type="http://schemas.openxmlformats.org/officeDocument/2006/relationships/notesSlide" Target="/ppt/notesSlides/notesSlide3.xml" Id="R7e92d4817e54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0b889dbc94a37" /><Relationship Type="http://schemas.openxmlformats.org/officeDocument/2006/relationships/notesSlide" Target="/ppt/notesSlides/notesSlide4.xml" Id="R179446a86138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874f3a4eb4f49" /><Relationship Type="http://schemas.openxmlformats.org/officeDocument/2006/relationships/notesSlide" Target="/ppt/notesSlides/notesSlide5.xml" Id="R0fdc246077e94a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eb286e62d4262" /><Relationship Type="http://schemas.openxmlformats.org/officeDocument/2006/relationships/notesSlide" Target="/ppt/notesSlides/notesSlide6.xml" Id="Rdaafa69a965f49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4cf254ecc46b7" /><Relationship Type="http://schemas.openxmlformats.org/officeDocument/2006/relationships/image" Target="/ppt/media/image2.jpeg" Id="R8f082421793941b5" /><Relationship Type="http://schemas.openxmlformats.org/officeDocument/2006/relationships/notesSlide" Target="/ppt/notesSlides/notesSlide7.xml" Id="Rfd4050ac348246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74921f25f4381" /><Relationship Type="http://schemas.openxmlformats.org/officeDocument/2006/relationships/notesSlide" Target="/ppt/notesSlides/notesSlide8.xml" Id="R87b48b602f7f4e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1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D62C6-DE76-46E9-AFFF-BF58719A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11F1F-0B0A-4844-A4EB-2CA2756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VETERINARIA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SAN MARCOS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B40DC-8A64-4476-ABC7-125E25D1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54540-B464-4ACA-9287-C573E67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52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5E9E2"/>
                </a:solidFill>
                <a:latin typeface="Arial"/>
                <a:ea typeface="Arial"/>
                <a:cs typeface="Arial"/>
              </a:rPr>
              <a:t>Especificación de requisitos y</a:t>
            </a:r>
          </a:p>
          <a:p xmlns:a="http://schemas.openxmlformats.org/drawingml/2006/main">
            <a:pPr>
              <a:defRPr sz="2175" b="0">
                <a:solidFill>
                  <a:srgbClr val="D5E9E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5E9E2"/>
                </a:solidFill>
                <a:latin typeface="Arial"/>
                <a:ea typeface="Arial"/>
                <a:cs typeface="Arial"/>
              </a:rPr>
              <a:t>resumen del sistema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6BA2B-AC71-44D9-B6D6-B3E682BE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38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5CB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5CBC5"/>
                </a:solidFill>
                <a:latin typeface="Arial"/>
                <a:ea typeface="Arial"/>
                <a:cs typeface="Arial"/>
              </a:rPr>
              <a:t>Rancagua · Catálogo, solicitudes de atención y gestión veterinaria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4130D-355D-4F84-B5F5-B27D28ED9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4ead6460148b4"/>
          <a:srcRect xmlns:a="http://schemas.openxmlformats.org/drawingml/2006/main" l="21348" t="0" r="21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819150"/>
            <a:ext cx="4667250" cy="5124450"/>
          </a:xfrm>
          <a:prstGeom xmlns:a="http://schemas.openxmlformats.org/drawingml/2006/main" prst="roundRect">
            <a:avLst>
              <a:gd name="adj" fmla="val 244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F1C7F-ECD0-4296-9023-F6A5C00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19150"/>
            <a:ext cx="4667250" cy="512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BC5DD-32C0-4F42-BC48-D6DD002C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A8D5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D5C9"/>
                </a:solidFill>
                <a:latin typeface="Arial"/>
                <a:ea typeface="Arial"/>
                <a:cs typeface="Arial"/>
              </a:rPr>
              <a:t>ERS  / 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863906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36AF7-96A5-41AA-A88A-9FFF548A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00F41-E125-464F-BB1B-C913B0BF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Propósito y usuarios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DEEF6-E07B-43F7-8D10-942D80B2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Un sitio para descubrir servicios y coordinar solicitudes de atención para mascotas.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616DF-D48C-4217-88AB-D1A6E73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5953D-020A-43DD-92F9-B799A53B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VETERINARIA SAN MARCOS  ·  RANCAGUA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695CF-AF04-4EEF-84AA-CB734979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1816F-051E-4F47-8A71-D7311CF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El 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B634E-F465-44A1-ADB2-41719AC7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Presenta a la Veterinaria San Marcos y reúne en un solo flujo la consulta del catálogo, la selección de una fecha y el envío de una solicitud.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B0B79-6B8F-4B8E-B4CA-D55DF990F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dd50a1351402d"/>
          <a:srcRect xmlns:a="http://schemas.openxmlformats.org/drawingml/2006/main" l="10068" t="0" r="10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1828800"/>
            <a:ext cx="4333875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1C93C-3AF5-45A4-9655-D5714BBF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7A5B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9CB44-04EA-4399-8FB8-AC37DAA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Exploran servicios, registran sus datos y envían solicitudes.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FD198-6419-4734-AA33-0A0D9F5D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7A5B"/>
                </a:solidFill>
                <a:latin typeface="Arial"/>
                <a:ea typeface="Arial"/>
                <a:cs typeface="Arial"/>
              </a:rPr>
              <a:t>Equipo veterinario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DBF40-75BB-44A1-85F5-D665142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816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Revisa solicitudes recibidas y marca su atención.</a:t>
            </a:r>
          </a:p>
        </p:txBody>
      </p:sp>
    </p:spTree>
    <p:extLst>
      <p:ext uri="{BB962C8B-B14F-4D97-AF65-F5344CB8AC3E}">
        <p14:creationId xmlns:p14="http://schemas.microsoft.com/office/powerpoint/2010/main" val="1829540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63438-E28C-4D54-8D37-CC1E4BC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AD73B-212E-4BC3-9828-EF6DDFF0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Flujo de solicitud de atención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41140-1FC5-4577-BA0C-746651E7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El cliente inicia sesión para enviar su solicitud; el equipo veterinario la revisa en su bandeja.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12B71-0626-45F1-813E-57FCBEB4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C1ACC-2163-49E9-9877-A13C8E71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VETERINARIA SAN MARCOS  ·  RANCAGUA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23E4D-9F01-4AD8-80E1-24FBAD5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47959-BFD8-4FC3-A48A-46497191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870F9-6CE9-4EDF-A72B-AF4B2397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51AC7-88D3-444E-89D6-84B0006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Explorar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754BC-48C4-40AB-B40B-CF7AF96F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Filtrar el catálogo</a:t>
            </a:r>
          </a:p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y ver cada servicio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5B4F7-15A2-4C39-AB2D-4E0D3F87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24125"/>
            <a:ext cx="146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94F45-BA52-4939-9032-3BACDF1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479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71680-A48F-45AA-AB1D-CDAC231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90590-91C1-445C-BC0B-81EFF7C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EB2D5-BD28-469E-B7FF-4183123C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Elegir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B23C5-0999-47EF-89B8-AC9864E9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Seleccionar mascota</a:t>
            </a:r>
          </a:p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y fecha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A79A6-6D75-4DDB-85FE-3127F74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146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FB112-9B8E-4528-964F-FE66185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4479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C3721-1BCB-4BB8-BE33-42AFB1B8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34331-AA14-4E01-A92A-6B037C7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F23F6-928C-43CA-9594-DBF11C4C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76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Enviar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8A8DB-DB43-4F7A-8E01-1BF27583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Confirmar desde el</a:t>
            </a:r>
          </a:p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carrito con sesión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7FBD9-F71B-44C7-8B59-A87B077E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24125"/>
            <a:ext cx="146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41475-F98F-4A68-9D02-31F2E6F9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479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2D7EA-C6BE-49EB-AA86-C3E5D38A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610BA-66D2-4D83-97B6-39D453FB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D31B1-CD4C-44D8-9584-FEADABB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993AD-4682-46E1-ABB7-1B771CB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Veterinario consulta</a:t>
            </a:r>
          </a:p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y atiende la solicitud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65C6F1-4020-4F11-81D9-623399F1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5668AA-32C2-418E-AC97-689E886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La solicitud queda guardada en el navegador actual mediante localStorage.</a:t>
            </a:r>
          </a:p>
        </p:txBody>
      </p:sp>
    </p:spTree>
    <p:extLst>
      <p:ext uri="{BB962C8B-B14F-4D97-AF65-F5344CB8AC3E}">
        <p14:creationId xmlns:p14="http://schemas.microsoft.com/office/powerpoint/2010/main" val="131114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741B0F-87C2-40E3-9F3B-A2E6F655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82B31-07E2-4350-9620-55608B67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Alcance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833EA-A2B9-4693-8796-4548679F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Las funciones se agrupan en experiencia del cliente, operación veterinaria y administración.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80126-FA9E-4D12-8F1C-1D65E122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8D289-4147-4D15-A4F4-AB905FEE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VETERINARIA SAN MARCOS  ·  RANCAGUA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02774-C172-4831-94C2-3EC57547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D602A-03EE-4E96-87AC-292499A3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22848-91EB-4650-8A61-F1237B80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47D60-AE22-455A-8171-739DBE72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AD86D-D664-4EDC-B3FE-E95FCA4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Catálogo con filtro por especie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EE4FC-DCF9-43FB-A510-9A06BCD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1CD67-9EFB-457B-91E1-5E7C8E46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Detalle de servicio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12E1E-A747-4172-83CF-02283F13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05ADE-666E-4771-BF05-7A55DAE4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Registro y acceso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D20EB-CD66-429D-BC90-00B531FA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8B94D-FE77-4EC4-9DBB-EA26D90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Perfil y contexto de mascota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7CC5D-1404-471F-A303-BD07937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066F9-BA42-46A5-A323-92525A47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Carrito con fecha por servicio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3935D-93FF-4E7D-A6C2-C1268FA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71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7A5B"/>
                </a:solidFill>
                <a:latin typeface="Arial"/>
                <a:ea typeface="Arial"/>
                <a:cs typeface="Arial"/>
              </a:rPr>
              <a:t>Veterinario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ECD80-7CD8-4328-A85A-CB0DCF59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CED9A-C04F-4471-AB5B-E66DAFD6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479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DA589-FCDC-4328-9189-33CE76E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432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Bandeja privada de solicitudes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D88C7-B4E2-478E-8F45-0312A20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19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D4C1B-00BE-4AB3-B1FC-64282631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14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Datos de contacto y mascota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C2025-797C-4885-8184-A8C97095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909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49EFB1-A694-46AE-BCD7-7BB46B99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862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Servicios y fechas solicitadas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D9B0D-1D2F-4B20-BC87-64610DA3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62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6C058-8A8E-422D-86CF-2BC972B9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Marcar solicitud como atendida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E9AE5-9260-4259-866D-D1C71101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642D32-2C1E-4D16-A81D-8768C267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A5F41-B869-4833-8594-E9B15A5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66B8EF-2EE2-4F34-A26E-F069F8C4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Panel protegido por 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10231B-9C98-4DBB-B7CA-81D5B744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19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F04626-E381-4806-8CA5-D3403E07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Agregar servicios al catálogo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F4E934-5CB1-4BF7-9A21-1AE52FB8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909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FF3DF-BE5F-4C5D-B9EE-770825C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862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Imagen genérica para servicios nuevos</a:t>
            </a:r>
          </a:p>
        </p:txBody>
      </p:sp>
    </p:spTree>
    <p:extLst>
      <p:ext uri="{BB962C8B-B14F-4D97-AF65-F5344CB8AC3E}">
        <p14:creationId xmlns:p14="http://schemas.microsoft.com/office/powerpoint/2010/main" val="142260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8913E-56A7-40AE-96C8-D3545355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A8D55-16D3-483F-9223-4F1F69B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Rutas y control de acceso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B0E3D-97C7-47B5-85F4-E028AA7E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Las secciones privadas dependen de una sesión con el rol correspondiente.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1A91D-7A01-4B90-A7B7-7597F2D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B7880-6DFD-40DA-88F7-EDC31F8E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VETERINARIA SAN MARCOS  ·  RANCAGUA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79521-E4BA-4A79-B328-F6E0E43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7A15F-BCBC-46F6-B1A6-6CB3829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Públicas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2B46A-98DB-43BD-8A9B-2EAD1CFC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Inicio  ·  Servicios  ·  Detalle  ·  Login  ·  Registro  ·  404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9E047-5920-48B6-8A0F-2EEB11EA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5618C-52C7-4AC4-9B56-E2A14A8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E0CC9-D83B-49A9-A54F-220B2E5E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Carrito y perfil requieren una sesión iniciada.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E57E0-0F3B-4B5D-A94B-90880609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1C3CF-CC5C-4167-94F7-0A2D46EF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77A5B"/>
                </a:solidFill>
                <a:latin typeface="Arial"/>
                <a:ea typeface="Arial"/>
                <a:cs typeface="Arial"/>
              </a:rPr>
              <a:t>Roles internos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60860-9A83-4228-A4E5-5FE34F15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Admin: panel de servicios     ·     Veterinario: bandeja de solicitudes</a:t>
            </a:r>
          </a:p>
        </p:txBody>
      </p:sp>
    </p:spTree>
    <p:extLst>
      <p:ext uri="{BB962C8B-B14F-4D97-AF65-F5344CB8AC3E}">
        <p14:creationId xmlns:p14="http://schemas.microsoft.com/office/powerpoint/2010/main" val="898545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B4FC5-50EF-4096-AAB4-809EB715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957B0-4405-412E-959F-353FDCE8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Requisitos técnicos y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8D9BF-8E5A-4511-9772-44F42605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La solución actual es una aplicación de cliente con persistencia local.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517DB-D23C-4F8F-8590-A5BBE0A8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44C08-5485-493F-B2B1-2D401624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VETERINARIA SAN MARCOS  ·  RANCAGUA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76A1-378E-4040-B160-A3859792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8E01F-40FC-4F19-B244-3C47AB02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1851E-F9E3-4140-B30C-E835E20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0067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Interfaz adaptable a pantallas pequeñas y coherente con el sitio original.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A7EB3-892C-4F23-BBB4-02B52377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28445-D856-482E-80E2-CEAC654A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10067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Componentes React organizados en átomos, moléculas, organismos y páginas.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D1B11-9469-436B-8ADE-E32188F4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D0462-7765-4627-825B-88238B78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10067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Catálogo, navegación, formularios y roles implementados en la aplicación web.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4AEF6-C66B-4BEC-881D-6D6697A5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C433C-C417-4F38-B300-C77ECDA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10067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Sesión y solicitudes confirmadas guardadas en localStorage del navegador.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38851-8614-4DD1-B328-1BA7AFB9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95603-FFB1-4B81-909B-ADD8B04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86325"/>
            <a:ext cx="10067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Plan de 20 pruebas unitarias con Vitest y React Testing Library.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EA505-E768-4537-A0C8-9E878A9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1DBAB-FCA0-4665-9463-8A55E543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Persistencia local implica que los datos no se comparten entre navegadores o dispositivos.</a:t>
            </a:r>
          </a:p>
        </p:txBody>
      </p:sp>
    </p:spTree>
    <p:extLst>
      <p:ext uri="{BB962C8B-B14F-4D97-AF65-F5344CB8AC3E}">
        <p14:creationId xmlns:p14="http://schemas.microsoft.com/office/powerpoint/2010/main" val="813163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188F1-4D3B-434E-A3E0-D13066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CC5C0-C923-449D-933A-FDC90DB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Límites de la versión actual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BD8AB-35FC-4724-BD25-589475D2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La interfaz permite recorrer el flujo, con restricciones propias de una versión sin servidor.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BB63D-EE1B-43DC-B7F5-838D43A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C167A-79D7-49B5-82E7-B8013C1A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VETERINARIA SAN MARCOS  ·  RANCAGUA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4F742-2CB8-4D52-800C-E9F6AF6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B26F7-202A-42D1-824D-FDACB445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51870-34A6-4F05-A2FB-CE2D5793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611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No existe servidor ni base de datos.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A2E7D-88D8-4782-93FF-3D391E42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DCCCF-1AFF-4EEA-B7D7-7936D8A9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57475"/>
            <a:ext cx="611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Las solicitudes se guardan solo en el navegador que las envía.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DF9F4-24AD-495A-A3B5-E10FCC85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9CEAF-8AEC-41AB-AB67-A6DF5D1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62325"/>
            <a:ext cx="611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Los servicios agregados por administración y el carrito se reinician al recargar.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D960D-16C1-43D3-AEAD-8ECFFDEB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CEC4F-DE1D-4A4C-9712-3EBEDC1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611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La confirmación simula el envío; no procesa pagos.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D7345-3445-46B0-8225-09CEFB994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82421793941b5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207645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24C66-AAAC-4EF6-8D0B-DD754670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7A5B"/>
                </a:solidFill>
                <a:latin typeface="Arial"/>
                <a:ea typeface="Arial"/>
                <a:cs typeface="Arial"/>
              </a:rPr>
              <a:t>Implicación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E27F2-438A-40AD-97B8-E2F65A9B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Para operar entre varios usuarios se requiere persistencia compartida y servicios de backend.</a:t>
            </a:r>
          </a:p>
        </p:txBody>
      </p:sp>
    </p:spTree>
    <p:extLst>
      <p:ext uri="{BB962C8B-B14F-4D97-AF65-F5344CB8AC3E}">
        <p14:creationId xmlns:p14="http://schemas.microsoft.com/office/powerpoint/2010/main" val="215970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AD58F-1A98-4B3E-B205-B4F174C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DF3EE-9131-4BFA-8C8A-5477AECA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Verificación y 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66C7B-235E-4F1A-8CB9-85114A6E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El repositorio incluye documentación del alcance y escenarios para validar los flujos principales.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7C4E-7380-4DAF-9146-2B5CF50D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5D204-348A-4176-B4E5-8C35EDA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VETERINARIA SAN MARCOS  ·  RANCAGUA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6AA9F-F4FD-4C77-ABB4-CFA172E0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E3C99-33E5-4DEE-82CE-8D415831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Plan de pruebas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4842F-B3D3-4F91-AC65-E44AD57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20 casos documentados para catálogo, acceso, carrito, roles y bandeja veterinaria.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52E28-2D22-4AFB-8740-F15E5DC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Entregables del proyecto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AFBCF-C475-4D39-BD4E-C1B62B21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812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56A65-B17E-4DFD-937D-9756D62D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4400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ERS del 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37A63-CC71-41E4-A566-631A064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BFFF2-F532-4894-9D1D-140E0A40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95625"/>
            <a:ext cx="4400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A82D1-A8BC-4D18-B9FB-F8163335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551FB-94FB-44DD-9BDC-CCD43F2A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4400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Tablero de planificación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3EF5F-F5B2-4730-81FE-8CC9A2C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F2812-48F0-4DD1-BB64-DBFD718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77A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7A5B"/>
                </a:solidFill>
                <a:latin typeface="Arial"/>
                <a:ea typeface="Arial"/>
                <a:cs typeface="Arial"/>
              </a:rPr>
              <a:t>Pendiente de vincular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EB11E-891D-4180-A092-7176DF06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No se encontró URL de Trello u otra plataforma externa en el repositorio. El tablero incluido queda en PLANIFICACION.md.</a:t>
            </a:r>
          </a:p>
        </p:txBody>
      </p:sp>
    </p:spTree>
    <p:extLst>
      <p:ext uri="{BB962C8B-B14F-4D97-AF65-F5344CB8AC3E}">
        <p14:creationId xmlns:p14="http://schemas.microsoft.com/office/powerpoint/2010/main" val="765731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2026-10-22T20:35:29.1660000Z</dcterms:created>
  <dcterms:modified xsi:type="dcterms:W3CDTF">2026-10-22T20:35:29.1670000Z</dcterms:modified>
</coreProperties>
</file>